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60" r:id="rId5"/>
    <p:sldId id="261" r:id="rId6"/>
    <p:sldId id="262" r:id="rId7"/>
    <p:sldId id="25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8EFB4-B010-67AF-C582-5CAB6967CE07}" v="1088" dt="2026-01-18T12:32:22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6" autoAdjust="0"/>
    <p:restoredTop sz="94710"/>
  </p:normalViewPr>
  <p:slideViewPr>
    <p:cSldViewPr snapToGrid="0">
      <p:cViewPr varScale="1">
        <p:scale>
          <a:sx n="83" d="100"/>
          <a:sy n="83" d="100"/>
        </p:scale>
        <p:origin x="279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18639-7B12-4478-B013-4DBF6203E00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5A135-D0C0-49C9-AF13-85FD4290EB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32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5A135-D0C0-49C9-AF13-85FD4290EB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260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C9AB-5065-23E1-7134-2ECE8A5F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AFE9C-9D80-553E-02F0-A5C903E89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DE48A-1161-0F51-432F-6ABFB05E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C13B-0FD6-6544-28B6-4107575B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914F-85DA-BF23-0148-2F2C91D3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824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EAC4-9DFD-BB50-90BB-EA013CFD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ED54-F933-B491-5565-A90F2321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F4616-D549-0D81-B663-85FE3667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5219-CDDD-A502-2F7A-7C0E64D7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1CC10-16BE-6D11-C8CE-015B8DE5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07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A05F-C242-2AC2-2998-9E62710F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58DD-BA35-9725-42CB-8D5FA561F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FF352-4D70-810F-AFC8-AA440C65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153AC-CC3D-9A06-CDB6-3632F70D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E3F26-8FD6-297D-448B-D48311CD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34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C00F-68F7-54C7-735D-F29AE91E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59B6F-9BD2-B503-FF07-DF82A2940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E8C40-784B-3E43-E771-7F6489C64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15F97-BE31-E934-7F90-B2BB794A7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71D21-F0CD-493F-89D7-109C8082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43FBC-ACC2-CC78-C1C8-980979EB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9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2ED6-B716-E541-3C5B-3642CABB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84BB1-FB16-4171-C0AA-FE0BE152E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931C2-8EC0-93C2-06AB-2136CDEE1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EDC55-8FE0-6B89-711D-7B79049F6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04F68-920F-338E-1D87-26C35D895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2D904-88A6-547A-F142-C6B14BDA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67B1A-DD02-5677-48B8-D6B4F207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C76DC-C2A7-E5E8-3613-E4A43C89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68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1F5A-F65F-CA35-D176-E4A050FA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DA8DE-F859-F8BF-18BE-36176A7C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284CB-CE61-2870-0911-DDDA11B4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635EF-F86A-D5B1-9BFA-941A45F3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85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89F95-D1B3-39D6-3E45-5360022C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4AC20-34D4-FF5F-4866-B334B8F7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07418-62BA-85DA-9F89-84ACFCD7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5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6552-4F76-A706-3489-AD6668CB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24C7-C68D-2B45-03EA-EE2E83FC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070BD-39EA-54AC-5198-BBFDC95BE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889C3-9C55-2834-497E-73779B25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57268-2988-0F69-F42E-CE88B20D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F69E9-0503-519C-F91D-EC059116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12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E0FFF-7DF9-03FF-D551-170EB351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6DDFA-C902-2D79-B990-93D991E26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E79FE-2038-7448-1987-834F3D008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9C0CE-B5FE-E224-28DC-C13B8EA8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77EA3-0077-5312-14B7-89AD1198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99869-B3B5-45EA-FAD9-AEC967B9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99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F48D-F222-C198-EC47-05414286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2EEC1-5F6F-B7F8-8549-A79CBE20A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91F95-6F7A-CA59-1087-E8F13432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3C51-A735-3547-3040-B745A723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F69F0-BD76-8FFD-C2BE-E08E63CF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80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DE1464-86DF-1F19-7443-433B82AC3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9D381-7633-FADF-31DB-205250A5D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C28F6-DC3D-2324-48B4-C937822A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DFB4-D6BE-5BCA-ADA2-610ADE73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0BE43-CF17-F686-470B-C5E48AE7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21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EA25C-3350-06B7-18CE-1D1C092E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289D7-9C26-7ABD-6A4B-DF2CC63B5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89635-CC8F-1042-3794-553C5BA28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4AF6A-254F-43E7-9F41-63CB3EEC0439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59CD3-E3F1-168E-53CD-3903E31E5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9F622-C0D0-D86A-8EED-1554BA6F6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67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tiiuae/jamr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mjospovich/hackrf-reactive-ja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09D8-6E25-AAC7-55CC-0D982FFCD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009"/>
            <a:ext cx="9144000" cy="873377"/>
          </a:xfrm>
        </p:spPr>
        <p:txBody>
          <a:bodyPr>
            <a:normAutofit fontScale="90000"/>
          </a:bodyPr>
          <a:lstStyle/>
          <a:p>
            <a:r>
              <a:rPr lang="en-GB" dirty="0"/>
              <a:t> </a:t>
            </a:r>
            <a:r>
              <a:rPr lang="en-GB" sz="5400" i="1" dirty="0"/>
              <a:t>Drone communication 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20ECF-59A7-B95F-7309-4C12474FD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317" y="6138139"/>
            <a:ext cx="9144000" cy="1655762"/>
          </a:xfrm>
        </p:spPr>
        <p:txBody>
          <a:bodyPr/>
          <a:lstStyle/>
          <a:p>
            <a:r>
              <a:rPr lang="hr-HR" dirty="0"/>
              <a:t>Luka Dorić, Martin Josipović, Dario Stojanac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DB1FA-5B6E-D4B3-08B2-95659218AD52}"/>
              </a:ext>
            </a:extLst>
          </p:cNvPr>
          <p:cNvSpPr txBox="1"/>
          <p:nvPr/>
        </p:nvSpPr>
        <p:spPr>
          <a:xfrm>
            <a:off x="1813676" y="3024386"/>
            <a:ext cx="8564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/>
              <a:t>Cilj Projekta:</a:t>
            </a:r>
          </a:p>
          <a:p>
            <a:pPr algn="ctr"/>
            <a:r>
              <a:rPr lang="hr-HR" sz="2400" dirty="0"/>
              <a:t> Pratiti signal radio komunikacije upravljača i Dji Mini 2 drona s pomoću HackRF</a:t>
            </a:r>
            <a:endParaRPr lang="en-GB" sz="2400" dirty="0"/>
          </a:p>
        </p:txBody>
      </p:sp>
      <p:pic>
        <p:nvPicPr>
          <p:cNvPr id="6" name="Slika 5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D397AAA3-2F1E-78BB-FD0E-CAE4674BC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6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8A93-0AC1-6EEE-B0C3-096B42A8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B9C4-5A69-9D5C-81C6-9DAE395C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Dron Dji Mini 2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45AD6818-FBC1-1685-8020-6C62865E7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8" name="Rezervirano mjesto sadržaja 7" descr="DJI Mini 2 SE, Lightweight and Foldable Mini Camera Jordan | Ubuy">
            <a:extLst>
              <a:ext uri="{FF2B5EF4-FFF2-40B4-BE49-F238E27FC236}">
                <a16:creationId xmlns:a16="http://schemas.microsoft.com/office/drawing/2014/main" id="{82B1852B-B544-C7CB-2E09-EC886D712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0704" y="1712736"/>
            <a:ext cx="4758840" cy="4915782"/>
          </a:xfrm>
          <a:prstGeom prst="rect">
            <a:avLst/>
          </a:prstGeom>
        </p:spPr>
      </p:pic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F559242A-9B77-A151-15E1-589301DCF886}"/>
              </a:ext>
            </a:extLst>
          </p:cNvPr>
          <p:cNvCxnSpPr/>
          <p:nvPr/>
        </p:nvCxnSpPr>
        <p:spPr>
          <a:xfrm flipH="1" flipV="1">
            <a:off x="6524137" y="3712684"/>
            <a:ext cx="129820" cy="6190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nak množenja 9">
            <a:extLst>
              <a:ext uri="{FF2B5EF4-FFF2-40B4-BE49-F238E27FC236}">
                <a16:creationId xmlns:a16="http://schemas.microsoft.com/office/drawing/2014/main" id="{509F557E-F1F3-4F91-77C0-C7E2CA20805C}"/>
              </a:ext>
            </a:extLst>
          </p:cNvPr>
          <p:cNvSpPr/>
          <p:nvPr/>
        </p:nvSpPr>
        <p:spPr>
          <a:xfrm>
            <a:off x="6309913" y="3790042"/>
            <a:ext cx="547512" cy="45343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019493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DCBA-69AB-C5D9-08CC-F305AA15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HackRf</a:t>
            </a:r>
            <a:endParaRPr lang="sr-Latn-R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D7399-C1B9-905D-8B91-73436550F6E4}"/>
              </a:ext>
            </a:extLst>
          </p:cNvPr>
          <p:cNvSpPr txBox="1"/>
          <p:nvPr/>
        </p:nvSpPr>
        <p:spPr>
          <a:xfrm>
            <a:off x="7745917" y="2076392"/>
            <a:ext cx="308106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sz="2400" dirty="0"/>
              <a:t>Softverski radio</a:t>
            </a:r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1MHz – 6 GHz</a:t>
            </a:r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Half-duplex primopredajnik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642989F5-B0E4-4B14-70AA-4A57BAE5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9" name="Rezervirano mjesto sadržaja 8" descr="HackRF One - Great Scott Gadgets">
            <a:extLst>
              <a:ext uri="{FF2B5EF4-FFF2-40B4-BE49-F238E27FC236}">
                <a16:creationId xmlns:a16="http://schemas.microsoft.com/office/drawing/2014/main" id="{2EEE9A33-BCE6-6279-AE2D-44A82271A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0546" y="2242109"/>
            <a:ext cx="56515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7225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F4F0-1113-621E-E7E5-7251820A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97B0-BF44-5154-FC70-364B0825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Signal Drona</a:t>
            </a:r>
          </a:p>
        </p:txBody>
      </p:sp>
      <p:pic>
        <p:nvPicPr>
          <p:cNvPr id="5" name="Content Placeholder 4" descr="A computer screen with a blue and purple screen&#10;&#10;AI-generated content may be incorrect.">
            <a:extLst>
              <a:ext uri="{FF2B5EF4-FFF2-40B4-BE49-F238E27FC236}">
                <a16:creationId xmlns:a16="http://schemas.microsoft.com/office/drawing/2014/main" id="{F6EA77EF-6BBC-EB8E-4AC3-F64C30C6A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842452" cy="41282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5058CD-4D0C-C24C-91D5-A4CA33078489}"/>
              </a:ext>
            </a:extLst>
          </p:cNvPr>
          <p:cNvSpPr txBox="1"/>
          <p:nvPr/>
        </p:nvSpPr>
        <p:spPr>
          <a:xfrm>
            <a:off x="8272732" y="1690688"/>
            <a:ext cx="308106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noProof="0" dirty="0"/>
              <a:t>Dron postavljen na rad u 1 kanalnom modu (2.4GHz)</a:t>
            </a:r>
            <a:endParaRPr lang="sr-Latn-RS" dirty="0"/>
          </a:p>
          <a:p>
            <a:pPr marL="285750" indent="-285750">
              <a:buFont typeface="Arial"/>
              <a:buChar char="•"/>
            </a:pPr>
            <a:endParaRPr lang="hr-HR" noProof="0" dirty="0"/>
          </a:p>
          <a:p>
            <a:pPr marL="285750" indent="-285750">
              <a:buFont typeface="Arial"/>
              <a:buChar char="•"/>
            </a:pPr>
            <a:r>
              <a:rPr lang="hr-HR" noProof="0" dirty="0"/>
              <a:t>Osluškivano područje od 2.3 do 2.6GHz</a:t>
            </a:r>
          </a:p>
          <a:p>
            <a:pPr marL="285750" indent="-285750">
              <a:buFont typeface="Arial"/>
              <a:buChar char="•"/>
            </a:pPr>
            <a:endParaRPr lang="hr-HR" noProof="0" dirty="0"/>
          </a:p>
          <a:p>
            <a:pPr marL="285750" indent="-285750">
              <a:buFont typeface="Arial"/>
              <a:buChar char="•"/>
            </a:pPr>
            <a:r>
              <a:rPr lang="hr-HR" noProof="0" dirty="0"/>
              <a:t>Frequency hopping u određenim intervalima</a:t>
            </a:r>
          </a:p>
          <a:p>
            <a:pPr marL="285750" indent="-285750">
              <a:buFont typeface="Arial"/>
              <a:buChar char="•"/>
            </a:pPr>
            <a:endParaRPr lang="hr-HR" noProof="0" dirty="0"/>
          </a:p>
          <a:p>
            <a:pPr marL="285750" indent="-285750">
              <a:buFont typeface="Arial"/>
              <a:buChar char="•"/>
            </a:pPr>
            <a:r>
              <a:rPr lang="hr-HR" noProof="0" dirty="0"/>
              <a:t>Signali su široki oko 10MHz, nalaze se u opsegu od 2.4 do 2.5GHz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1D5867BE-478B-2BA0-3AA1-9B9016B9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17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6392-C729-351B-8EB8-FE3F4B79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8695-405E-0AF1-3E6A-5DF24408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Korištenje</a:t>
            </a:r>
            <a:r>
              <a:rPr lang="en-GB" dirty="0"/>
              <a:t> 2 </a:t>
            </a:r>
            <a:r>
              <a:rPr lang="en-GB" dirty="0" err="1"/>
              <a:t>HackRf</a:t>
            </a:r>
            <a:r>
              <a:rPr lang="en-GB" dirty="0"/>
              <a:t>-a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90FC6-15CA-9C4B-8E25-8B5F0F634549}"/>
              </a:ext>
            </a:extLst>
          </p:cNvPr>
          <p:cNvSpPr txBox="1"/>
          <p:nvPr/>
        </p:nvSpPr>
        <p:spPr>
          <a:xfrm>
            <a:off x="7745917" y="2076392"/>
            <a:ext cx="308106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sz="2400" dirty="0"/>
              <a:t>Softverski radio</a:t>
            </a:r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1MHz – 6 </a:t>
            </a:r>
            <a:r>
              <a:rPr lang="hr-HR" sz="2400" dirty="0" err="1"/>
              <a:t>Ghz</a:t>
            </a:r>
            <a:endParaRPr lang="hr-HR" sz="2400" dirty="0"/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Half-</a:t>
            </a:r>
            <a:r>
              <a:rPr lang="hr-HR" sz="2400" err="1"/>
              <a:t>duplex</a:t>
            </a:r>
            <a:r>
              <a:rPr lang="hr-HR" sz="2400" dirty="0"/>
              <a:t> primopredajnik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C22975E5-5B08-39B8-24A4-B829E155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6" name="Rezervirano mjesto sadržaja 5" descr="Slika na kojoj se prikazuje elektronički uređaj, osobno računalo, spravica, računalo&#10;&#10;Sadržaj generiran uz AI možda nije točan.">
            <a:extLst>
              <a:ext uri="{FF2B5EF4-FFF2-40B4-BE49-F238E27FC236}">
                <a16:creationId xmlns:a16="http://schemas.microsoft.com/office/drawing/2014/main" id="{EDBE57D1-2912-13FE-8BB4-01A726B5F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197" y="1825625"/>
            <a:ext cx="102656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990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F601-106F-3EBF-748D-61EBA0E1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18CA-6992-5B11-E28C-1DAD78EA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Drona </a:t>
            </a:r>
            <a:r>
              <a:rPr lang="en-GB" dirty="0" err="1"/>
              <a:t>zamjenjuje</a:t>
            </a:r>
            <a:r>
              <a:rPr lang="en-GB" dirty="0"/>
              <a:t> 3. </a:t>
            </a:r>
            <a:r>
              <a:rPr lang="en-GB" dirty="0" err="1"/>
              <a:t>HackRF</a:t>
            </a:r>
            <a:endParaRPr lang="en-GB" dirty="0"/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17DA0B19-3341-EA3F-5A66-2417D4F3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8" name="Rezervirano mjesto sadržaja 7" descr="Slika na kojoj se prikazuje elektronički uređaj, spravica, elektronika, multimedija&#10;&#10;Sadržaj generiran uz AI možda nije točan.">
            <a:extLst>
              <a:ext uri="{FF2B5EF4-FFF2-40B4-BE49-F238E27FC236}">
                <a16:creationId xmlns:a16="http://schemas.microsoft.com/office/drawing/2014/main" id="{71056FA8-42BB-206B-4C57-27062E9BA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6200000">
            <a:off x="3914947" y="-106174"/>
            <a:ext cx="4655888" cy="828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884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50A5-58C1-1AFB-78D4-06DD8FC6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Jammer</a:t>
            </a:r>
            <a:endParaRPr lang="hr-HR" noProof="0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F568F-AA7A-2A83-F41A-93441A8312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962422" y="1835032"/>
            <a:ext cx="5238044" cy="40979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>
              <a:buNone/>
            </a:pPr>
            <a:endParaRPr lang="hr-HR" dirty="0"/>
          </a:p>
          <a:p>
            <a:pPr marL="285750" indent="-285750"/>
            <a:r>
              <a:rPr lang="hr-HR" noProof="0" dirty="0"/>
              <a:t>T</a:t>
            </a:r>
            <a:r>
              <a:rPr lang="hr-HR" dirty="0"/>
              <a:t>estirali smo: </a:t>
            </a:r>
            <a:r>
              <a:rPr lang="hr-H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https://github.com/tiiuae/jamrf</a:t>
            </a:r>
            <a:endParaRPr lang="hr-HR" dirty="0"/>
          </a:p>
          <a:p>
            <a:pPr marL="285750" indent="-285750"/>
            <a:r>
              <a:rPr lang="hr-HR" dirty="0"/>
              <a:t>Dron se brani pomoću frequency hoppinga</a:t>
            </a:r>
            <a:endParaRPr lang="hr-HR" noProof="0" dirty="0"/>
          </a:p>
          <a:p>
            <a:pPr marL="285750" indent="-285750"/>
            <a:r>
              <a:rPr lang="hr-HR" dirty="0"/>
              <a:t>Potreban reaktivni </a:t>
            </a:r>
            <a:r>
              <a:rPr lang="hr-HR" dirty="0" err="1"/>
              <a:t>jammer</a:t>
            </a:r>
            <a:r>
              <a:rPr lang="hr-HR" dirty="0"/>
              <a:t> jer </a:t>
            </a:r>
            <a:r>
              <a:rPr lang="hr-HR" dirty="0" err="1"/>
              <a:t>HackRf</a:t>
            </a:r>
            <a:r>
              <a:rPr lang="hr-HR" dirty="0"/>
              <a:t> ne može pokriti cijelo područje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3" name="Slika 2" descr="Slika na kojoj se prikazuje tekst, snimka zaslona, Font, radnja&#10;&#10;Sadržaj generiran uz AI možda nije točan.">
            <a:extLst>
              <a:ext uri="{FF2B5EF4-FFF2-40B4-BE49-F238E27FC236}">
                <a16:creationId xmlns:a16="http://schemas.microsoft.com/office/drawing/2014/main" id="{E726C5B3-08B6-D232-E5B7-B896E15D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86" y="1831799"/>
            <a:ext cx="6105762" cy="3674181"/>
          </a:xfrm>
          <a:prstGeom prst="rect">
            <a:avLst/>
          </a:prstGeom>
        </p:spPr>
      </p:pic>
      <p:pic>
        <p:nvPicPr>
          <p:cNvPr id="6" name="Slika 5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2BC7FF71-E0BB-DE8A-E449-76A4C79BE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744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2CCF-76F1-E69E-BE5C-F9D0D5D5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D03-EDDA-6441-CC9B-EFEB0AA3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Jammer</a:t>
            </a:r>
            <a:endParaRPr lang="hr-HR" noProof="0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CBBAB-ABFB-E200-EF7D-A8C54D002B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962422" y="1835032"/>
            <a:ext cx="5238044" cy="50018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>
              <a:buNone/>
            </a:pPr>
            <a:endParaRPr lang="hr-HR" dirty="0"/>
          </a:p>
          <a:p>
            <a:pPr marL="285750" indent="-285750">
              <a:buFont typeface="Arial"/>
            </a:pPr>
            <a:r>
              <a:rPr lang="hr-HR" dirty="0" err="1"/>
              <a:t>HackRf</a:t>
            </a:r>
            <a:r>
              <a:rPr lang="hr-HR" dirty="0"/>
              <a:t> </a:t>
            </a:r>
            <a:r>
              <a:rPr lang="hr-HR" dirty="0" err="1"/>
              <a:t>Rx</a:t>
            </a:r>
            <a:r>
              <a:rPr lang="hr-HR" dirty="0"/>
              <a:t> skenira kanal te traži drona</a:t>
            </a:r>
          </a:p>
          <a:p>
            <a:pPr marL="285750" indent="-285750">
              <a:buFont typeface="Arial"/>
              <a:buChar char="•"/>
            </a:pPr>
            <a:r>
              <a:rPr lang="hr-HR" dirty="0" err="1"/>
              <a:t>HackRf</a:t>
            </a:r>
            <a:r>
              <a:rPr lang="hr-HR" dirty="0"/>
              <a:t> </a:t>
            </a:r>
            <a:r>
              <a:rPr lang="hr-HR" dirty="0" err="1"/>
              <a:t>Tx</a:t>
            </a:r>
            <a:r>
              <a:rPr lang="hr-HR" dirty="0"/>
              <a:t> šalje signal na područje drona</a:t>
            </a:r>
          </a:p>
          <a:p>
            <a:pPr marL="285750" indent="-285750">
              <a:buFont typeface="Arial"/>
              <a:buChar char="•"/>
            </a:pPr>
            <a:r>
              <a:rPr lang="hr-HR" dirty="0"/>
              <a:t>Dron detektira veliki promet i prelazi na slobodno područje</a:t>
            </a:r>
          </a:p>
          <a:p>
            <a:pPr marL="285750" indent="-285750">
              <a:buFont typeface="Arial"/>
              <a:buChar char="•"/>
            </a:pPr>
            <a:r>
              <a:rPr lang="hr-HR" dirty="0"/>
              <a:t>I tako u krug, cilj -  dovoljno brzo da se s dronom ne može komunicirati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6" name="Slika 5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1CF1C052-D6BC-5E4D-93E4-F2F60374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22" name="Slika 21" descr="Slika na kojoj se prikazuje tekst, snimka zaslona, elektronika&#10;&#10;Sadržaj generiran uz AI možda nije točan.">
            <a:extLst>
              <a:ext uri="{FF2B5EF4-FFF2-40B4-BE49-F238E27FC236}">
                <a16:creationId xmlns:a16="http://schemas.microsoft.com/office/drawing/2014/main" id="{2922EAA2-2329-D2B8-941F-5AC424E4C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8" y="2618351"/>
            <a:ext cx="5810352" cy="311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626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4EBC-6E52-873B-CD8C-BCEEDDC5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0250-FA44-3063-7659-8431AD62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401E1-F88C-CCF5-5532-089A27552BE9}"/>
              </a:ext>
            </a:extLst>
          </p:cNvPr>
          <p:cNvSpPr txBox="1"/>
          <p:nvPr/>
        </p:nvSpPr>
        <p:spPr>
          <a:xfrm>
            <a:off x="6221918" y="2452688"/>
            <a:ext cx="559284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 err="1"/>
              <a:t>Github</a:t>
            </a:r>
            <a:r>
              <a:rPr lang="hr-HR" sz="2400" dirty="0"/>
              <a:t> repo: </a:t>
            </a:r>
            <a:r>
              <a:rPr lang="hr-HR" sz="24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https://github.com/mjospovich/hackrf-reactive-jam</a:t>
            </a:r>
            <a:endParaRPr lang="hr-HR" sz="2400" dirty="0">
              <a:ea typeface="+mn-lt"/>
              <a:cs typeface="+mn-lt"/>
            </a:endParaRP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419CEB56-3B32-C644-8B3C-C54AE6A3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82" y="2170651"/>
            <a:ext cx="5480321" cy="3187676"/>
          </a:xfrm>
          <a:prstGeom prst="rect">
            <a:avLst/>
          </a:prstGeom>
        </p:spPr>
      </p:pic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E3CA2B74-D133-8023-76B0-4FC503F1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59" y="6858588"/>
            <a:ext cx="9697156" cy="4351338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4311155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B7C8-2E0C-A3D6-9D5F-B8086004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8D96-67B3-ADDD-849D-C28CF411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D85E0-B02E-E11D-473A-9B6E1FC193DA}"/>
              </a:ext>
            </a:extLst>
          </p:cNvPr>
          <p:cNvSpPr txBox="1"/>
          <p:nvPr/>
        </p:nvSpPr>
        <p:spPr>
          <a:xfrm>
            <a:off x="5967918" y="3431058"/>
            <a:ext cx="586565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r-HR" sz="5400"/>
              <a:t>Hvala na slušanju!</a:t>
            </a:r>
            <a:endParaRPr lang="sr-Latn-RS" sz="5400"/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D47E9705-3B12-C17D-3EF0-6F8FBEB1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2" y="2170651"/>
            <a:ext cx="5480321" cy="3187676"/>
          </a:xfrm>
          <a:prstGeom prst="rect">
            <a:avLst/>
          </a:prstGeom>
        </p:spPr>
      </p:pic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C27DA999-7EB4-8740-67CC-3FDADD5DC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59" y="6858588"/>
            <a:ext cx="9697156" cy="4351338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85546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183</Words>
  <Application>Microsoft Office PowerPoint</Application>
  <PresentationFormat>Widescreen</PresentationFormat>
  <Paragraphs>41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 Drone communication analysis</vt:lpstr>
      <vt:lpstr>Dron Dji Mini 2</vt:lpstr>
      <vt:lpstr>HackRf</vt:lpstr>
      <vt:lpstr>Signal Drona</vt:lpstr>
      <vt:lpstr>Korištenje 2 HackRf-a</vt:lpstr>
      <vt:lpstr>Software Drona zamjenjuje 3. HackRF</vt:lpstr>
      <vt:lpstr>Jammer</vt:lpstr>
      <vt:lpstr>Jammer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Dorić</dc:creator>
  <cp:lastModifiedBy>Office</cp:lastModifiedBy>
  <cp:revision>202</cp:revision>
  <dcterms:created xsi:type="dcterms:W3CDTF">2025-11-21T17:51:27Z</dcterms:created>
  <dcterms:modified xsi:type="dcterms:W3CDTF">2026-01-19T11:18:33Z</dcterms:modified>
</cp:coreProperties>
</file>